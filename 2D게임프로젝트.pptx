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sldMasterIdLst>
    <p:sldMasterId id="2147483648" r:id="rId5"/>
  </p:sldMasterIdLst>
  <p:sldIdLst>
    <p:sldId id="259" r:id="rId6"/>
    <p:sldId id="261" r:id="rId7"/>
    <p:sldId id="260" r:id="rId8"/>
    <p:sldId id="262" r:id="rId9"/>
    <p:sldId id="258" r:id="rId10"/>
  </p:sldIdLst>
  <p:sldSz cx="9144000" cy="6858000"/>
  <p:notesSz cx="6858000" cy="9144000"/>
  <p:defaultTextStyle>
    <a:lvl1pPr marL="0" marR="0" indent="0" algn="l" defTabSz="44958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1pPr>
    <a:lvl2pPr marL="457200" marR="0" indent="0" algn="l" defTabSz="44958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2pPr>
    <a:lvl3pPr marL="914400" marR="0" indent="0" algn="l" defTabSz="44958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3pPr>
    <a:lvl4pPr marL="1371600" marR="0" indent="0" algn="l" defTabSz="44958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4pPr>
    <a:lvl5pPr marL="1828800" marR="0" indent="0" algn="l" defTabSz="44958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5pPr>
    <a:lvl6pPr marL="2286000" marR="0" indent="0" algn="l" defTabSz="44958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6pPr>
    <a:lvl7pPr marL="2743200" marR="0" indent="0" algn="l" defTabSz="44958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7pPr>
    <a:lvl8pPr marL="3200400" marR="0" indent="0" algn="l" defTabSz="44958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8pPr>
    <a:lvl9pPr marL="3657600" marR="0" indent="0" algn="l" defTabSz="44958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9pPr>
  </p:defaultTextStyle>
</p:presentation>
</file>

<file path=ppt/presProps.xml><?xml version="1.0" encoding="utf-8"?>
<p:presentationPr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dt="1759307374" val="928" rev64="64" revOS="4"/>
      <pr:smFileRevision xmlns:pr="smNativeData" dt="1759307374" val="101"/>
      <pr:guideOptions xmlns:pr="smNativeData" dt="1759307374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slideViewPr>
    <p:cSldViewPr snapToObjects="1" showGuides="1">
      <p:cViewPr varScale="1">
        <p:scale>
          <a:sx n="99" d="100"/>
          <a:sy n="99" d="100"/>
        </p:scale>
        <p:origin x="1162" y="213"/>
      </p:cViewPr>
      <p:guideLst x="0" y="0"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26" d="100"/>
        <a:sy n="26" d="100"/>
      </p:scale>
      <p:origin x="0" y="0"/>
    </p:cViewPr>
  </p:sorterViewPr>
  <p:notesViewPr>
    <p:cSldViewPr snapToObjects="1" showGuides="1">
      <p:cViewPr>
        <p:scale>
          <a:sx n="99" d="100"/>
          <a:sy n="99" d="100"/>
        </p:scale>
        <p:origin x="1162" y="213"/>
      </p:cViewPr>
    </p:cSldViewPr>
  </p:notesViewPr>
  <p:gridSpacing cx="71755" cy="71755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oNAAAINAAAJhYAAAAAAAAmAAAACAAAAAGAAAAAAAAA"/>
              </a:ext>
            </a:extLst>
          </p:cNvSpPr>
          <p:nvPr>
            <p:ph type="ctrTitle"/>
          </p:nvPr>
        </p:nvSpPr>
        <p:spPr>
          <a:xfrm>
            <a:off x="685800" y="2129790"/>
            <a:ext cx="7772400" cy="1470660"/>
          </a:xfrm>
        </p:spPr>
        <p:txBody>
          <a:bodyPr/>
          <a:lstStyle/>
          <a:p>
            <a:pPr/>
            <a:r>
              <a:t>마스터 제목 스타일을 편집하려면 클릭하십시오</a:t>
            </a:r>
          </a:p>
        </p:txBody>
      </p:sp>
      <p:sp>
        <p:nvSpPr>
          <p:cNvPr id="3" name="슬라이드부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Lj58F4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gAAOgXAADQLwAAsCIAAAAAAAAmAAAACAAAAAGAAAAAAAAA"/>
              </a:ext>
            </a:extLst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/>
            <a:r>
              <a:t>마스터 부제목 스타일을 편집하려면 클릭하십시오</a:t>
            </a:r>
          </a:p>
        </p:txBody>
      </p:sp>
      <p:sp>
        <p:nvSpPr>
          <p:cNvPr id="4" name="날짜시간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snAADwDwAAWSkAAA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8EC358-16D2-DB35-9C36-E0608D786AB5}" type="datetime1">
              <a:t/>
            </a:fld>
          </a:p>
        </p:txBody>
      </p:sp>
      <p:sp>
        <p:nvSpPr>
          <p:cNvPr id="5" name="바닥글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jk8F4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snAAAIJQAAWSkAAA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6" name="슬라이드번호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Njf8F4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snAABwNQAAWSkAAA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8ECCA8-E6D2-DB3A-9C36-106F82786A45}" type="slidenum">
              <a:t/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ABAABwNQAAuAgAAA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마스터 제목 스타일을 편집하려면 클릭하십시오</a:t>
            </a:r>
          </a:p>
        </p:txBody>
      </p:sp>
      <p:sp>
        <p:nvSpPr>
          <p:cNvPr id="3" name="슬라이드텍스트1"/>
          <p:cNvSpPr>
            <a:spLocks noGrp="1" noChangeArrowheads="1"/>
            <a:extLst>
              <a:ext uri="smNativeData">
                <pr:smNativeData xmlns:pr="smNativeData" val="SMDATA_16_bubc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Mi2xGQ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wNQAAsCUAAA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t>마스터 텍스트 스타일을 편집하려면 클릭하십시오</a:t>
            </a:r>
          </a:p>
          <a:p>
            <a:pPr lvl="1"/>
            <a:r>
              <a:t>둘째 수준</a:t>
            </a:r>
          </a:p>
          <a:p>
            <a:pPr lvl="2"/>
            <a:r>
              <a:t>셋째 수준</a:t>
            </a:r>
          </a:p>
          <a:p>
            <a:pPr lvl="3"/>
            <a:r>
              <a:t>넷째 수준</a:t>
            </a:r>
          </a:p>
          <a:p>
            <a:pPr lvl="4"/>
            <a:r>
              <a:t>다섯째 수준</a:t>
            </a:r>
          </a:p>
        </p:txBody>
      </p:sp>
      <p:sp>
        <p:nvSpPr>
          <p:cNvPr id="4" name="날짜시간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Bi7xGQ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snAADwDwAAWSkAAA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8ECFC7-89D2-DB39-9C36-7F6C81786A2A}" type="datetime1">
              <a:t/>
            </a:fld>
          </a:p>
        </p:txBody>
      </p:sp>
      <p:sp>
        <p:nvSpPr>
          <p:cNvPr id="5" name="바닥글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E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snAAAIJQAAWSkAAA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6" name="슬라이드번호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hKxGQ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snAABwNQAAWSkAAA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8E8900-4ED2-DB7F-9C36-B82AC7786AED}" type="slidenum">
              <a:t/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FiHxGQ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BwbAABCNAAAfSMAAAAAAAAmAAAACAAAAIGAAAAAAAAA"/>
              </a:ext>
            </a:extLst>
          </p:cNvSpPr>
          <p:nvPr>
            <p:ph type="title"/>
          </p:nvPr>
        </p:nvSpPr>
        <p:spPr>
          <a:xfrm>
            <a:off x="722630" y="4406900"/>
            <a:ext cx="7772400" cy="1362075"/>
          </a:xfrm>
        </p:spPr>
        <p:txBody>
          <a:bodyPr vert="horz" wrap="square" numCol="1" anchor="t">
            <a:prstTxWarp prst="textNoShape">
              <a:avLst/>
            </a:prstTxWarp>
          </a:bodyPr>
          <a:lstStyle>
            <a:lvl1pPr algn="l">
              <a:defRPr sz="4000" b="1" cap="all"/>
            </a:lvl1pPr>
          </a:lstStyle>
          <a:p>
            <a:pPr>
              <a:defRPr cap="all"/>
            </a:pPr>
            <a:r>
              <a:t>마스터 제목 스타일을 편집하려면 클릭하십시오</a:t>
            </a:r>
          </a:p>
        </p:txBody>
      </p:sp>
      <p:sp>
        <p:nvSpPr>
          <p:cNvPr id="3" name="슬라이드텍스트1"/>
          <p:cNvSpPr>
            <a:spLocks noGrp="1" noChangeArrowheads="1"/>
            <a:extLst>
              <a:ext uri="smNativeData">
                <pr:smNativeData xmlns:pr="smNativeData" val="SMDATA_16_bubcaB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gQAAOERAABCNAAAHBsAAAAAAAAmAAAACAAAAIGAAAAAAAAA"/>
              </a:ext>
            </a:extLst>
          </p:cNvSpPr>
          <p:nvPr>
            <p:ph idx="1"/>
          </p:nvPr>
        </p:nvSpPr>
        <p:spPr>
          <a:xfrm>
            <a:off x="722630" y="2906395"/>
            <a:ext cx="7772400" cy="1500505"/>
          </a:xfrm>
        </p:spPr>
        <p:txBody>
          <a:bodyPr vert="horz" wrap="square" numCol="1" anchor="b">
            <a:prstTxWarp prst="textNoShape">
              <a:avLst/>
            </a:prstTxWarp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/>
            <a:r>
              <a:t>마스터 텍스트 스타일을 편집하려면 클릭하십시오</a:t>
            </a:r>
          </a:p>
        </p:txBody>
      </p:sp>
      <p:sp>
        <p:nvSpPr>
          <p:cNvPr id="4" name="날짜시간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snAADwDwAAWSkAAA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8E9D55-1BD2-DB6B-9C36-ED3ED3786AB8}" type="datetime1">
              <a:t/>
            </a:fld>
          </a:p>
        </p:txBody>
      </p:sp>
      <p:sp>
        <p:nvSpPr>
          <p:cNvPr id="5" name="바닥글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snAAAIJQAAWSkAAA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6" name="슬라이드번호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OxCPv8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snAABwNQAAWSkAAA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8EECD1-9FD2-DB1A-9C36-694FA2786A3C}" type="slidenum">
              <a:t/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twoColTx">
  <p:cSld name="제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ABAABwNQAAuAgAAA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마스터 제목 스타일을 편집하려면 클릭하십시오</a:t>
            </a:r>
          </a:p>
        </p:txBody>
      </p:sp>
      <p:sp>
        <p:nvSpPr>
          <p:cNvPr id="3" name="슬라이드텍스트2"/>
          <p:cNvSpPr>
            <a:spLocks noGrp="1" noChangeArrowheads="1"/>
            <a:extLst>
              <a:ext uri="smNativeData">
                <pr:smNativeData xmlns:pr="smNativeData" val="SMDATA_16_bubc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hPxGQ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CoGwAAsCUAAAAAAAAmAAAACAAAAAGAAAAAAAAA"/>
              </a:ext>
            </a:extLst>
          </p:cNvSpPr>
          <p:nvPr>
            <p:ph sz="half" idx="1"/>
          </p:nvPr>
        </p:nvSpPr>
        <p:spPr>
          <a:xfrm>
            <a:off x="457200" y="160020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/>
            <a:r>
              <a:t>마스터 텍스트 스타일을 편집하려면 클릭하십시오</a:t>
            </a:r>
          </a:p>
          <a:p>
            <a:pPr lvl="1"/>
            <a:r>
              <a:t>둘째 수준</a:t>
            </a:r>
          </a:p>
          <a:p>
            <a:pPr lvl="2"/>
            <a:r>
              <a:t>셋째 수준</a:t>
            </a:r>
          </a:p>
          <a:p>
            <a:pPr lvl="3"/>
            <a:r>
              <a:t>넷째 수준</a:t>
            </a:r>
          </a:p>
          <a:p>
            <a:pPr lvl="4"/>
            <a:r>
              <a:t>다섯째 수준</a:t>
            </a:r>
          </a:p>
        </p:txBody>
      </p:sp>
      <p:sp>
        <p:nvSpPr>
          <p:cNvPr id="4" name="슬라이드텍스트1"/>
          <p:cNvSpPr>
            <a:spLocks noGrp="1" noChangeArrowheads="1"/>
            <a:extLst>
              <a:ext uri="smNativeData">
                <pr:smNativeData xmlns:pr="smNativeData" val="SMDATA_16_bubc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ChpxGQ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mBwAANgJAABwNQAAsCUAAAAAAAAmAAAACAAAAAGAAAAAAAAA"/>
              </a:ext>
            </a:extLst>
          </p:cNvSpPr>
          <p:nvPr>
            <p:ph sz="half" idx="2"/>
          </p:nvPr>
        </p:nvSpPr>
        <p:spPr>
          <a:xfrm>
            <a:off x="4648200" y="160020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/>
            <a:r>
              <a:t>마스터 텍스트 스타일을 편집하려면 클릭하십시오</a:t>
            </a:r>
          </a:p>
          <a:p>
            <a:pPr lvl="1"/>
            <a:r>
              <a:t>둘째 수준</a:t>
            </a:r>
          </a:p>
          <a:p>
            <a:pPr lvl="2"/>
            <a:r>
              <a:t>셋째 수준</a:t>
            </a:r>
          </a:p>
          <a:p>
            <a:pPr lvl="3"/>
            <a:r>
              <a:t>넷째 수준</a:t>
            </a:r>
          </a:p>
          <a:p>
            <a:pPr lvl="4"/>
            <a:r>
              <a:t>다섯째 수준</a:t>
            </a:r>
          </a:p>
        </p:txBody>
      </p:sp>
      <p:sp>
        <p:nvSpPr>
          <p:cNvPr id="5" name="날짜시간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snAADwDwAAWSkAAA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8ED5AA-E4D2-DB23-9C36-12769B786A47}" type="datetime1">
              <a:t/>
            </a:fld>
          </a:p>
        </p:txBody>
      </p:sp>
      <p:sp>
        <p:nvSpPr>
          <p:cNvPr id="6" name="바닥글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8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snAAAIJQAAWSkAAA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7" name="슬라이드번호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snAABwNQAAWSkAAA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8E96BA-F4D2-DB60-9C36-0235D8786A57}" type="slidenum">
              <a:t/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I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ABAABwNQAAuAgAAA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마스터 제목 스타일을 편집하려면 클릭하십시오</a:t>
            </a:r>
          </a:p>
        </p:txBody>
      </p:sp>
      <p:sp>
        <p:nvSpPr>
          <p:cNvPr id="3" name="슬라이드텍스트3"/>
          <p:cNvSpPr>
            <a:spLocks noGrp="1" noChangeArrowheads="1"/>
            <a:extLst>
              <a:ext uri="smNativeData">
                <pr:smNativeData xmlns:pr="smNativeData" val="SMDATA_16_bubcaB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B4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HEJAACqGwAAYQ0AAAAAAAAmAAAACAAAAIGAAAAAAAAA"/>
              </a:ext>
            </a:extLst>
          </p:cNvSpPr>
          <p:nvPr>
            <p:ph idx="1"/>
          </p:nvPr>
        </p:nvSpPr>
        <p:spPr>
          <a:xfrm>
            <a:off x="457200" y="1534795"/>
            <a:ext cx="4039870" cy="640080"/>
          </a:xfrm>
        </p:spPr>
        <p:txBody>
          <a:bodyPr vert="horz" wrap="square" numCol="1" anchor="b">
            <a:prstTxWarp prst="textNoShape">
              <a:avLst/>
            </a:prstTxWarp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/>
            <a:r>
              <a:t>마스터 텍스트 스타일을 편집하려면 클릭하십시오</a:t>
            </a:r>
          </a:p>
        </p:txBody>
      </p:sp>
      <p:sp>
        <p:nvSpPr>
          <p:cNvPr id="4" name="슬라이드텍스트1"/>
          <p:cNvSpPr>
            <a:spLocks noGrp="1" noChangeArrowheads="1"/>
            <a:extLst>
              <a:ext uri="smNativeData">
                <pr:smNativeData xmlns:pr="smNativeData" val="SMDATA_16_bubc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GENAACqGwAAsCUAAAAAAAAmAAAACAAAAAGAAAAAAAAA"/>
              </a:ext>
            </a:extLst>
          </p:cNvSpPr>
          <p:nvPr>
            <p:ph sz="half" idx="2"/>
          </p:nvPr>
        </p:nvSpPr>
        <p:spPr>
          <a:xfrm>
            <a:off x="457200" y="2174875"/>
            <a:ext cx="4039870" cy="395160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/>
            <a:r>
              <a:t>마스터 텍스트 스타일을 편집하려면 클릭하십시오</a:t>
            </a:r>
          </a:p>
          <a:p>
            <a:pPr lvl="1"/>
            <a:r>
              <a:t>둘째 수준</a:t>
            </a:r>
          </a:p>
          <a:p>
            <a:pPr lvl="2"/>
            <a:r>
              <a:t>셋째 수준</a:t>
            </a:r>
          </a:p>
          <a:p>
            <a:pPr lvl="3"/>
            <a:r>
              <a:t>넷째 수준</a:t>
            </a:r>
          </a:p>
          <a:p>
            <a:pPr lvl="4"/>
            <a:r>
              <a:t>다섯째 수준</a:t>
            </a:r>
          </a:p>
        </p:txBody>
      </p:sp>
      <p:sp>
        <p:nvSpPr>
          <p:cNvPr id="5" name="슬라이드텍스트2"/>
          <p:cNvSpPr>
            <a:spLocks noGrp="1" noChangeArrowheads="1"/>
            <a:extLst>
              <a:ext uri="smNativeData">
                <pr:smNativeData xmlns:pr="smNativeData" val="SMDATA_16_bubcaB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OxCPv8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hwAAHEJAABwNQAAYQ0AAAAAAAAmAAAACAAAAIGAAAAAAAAA"/>
              </a:ext>
            </a:extLst>
          </p:cNvSpPr>
          <p:nvPr>
            <p:ph idx="3"/>
          </p:nvPr>
        </p:nvSpPr>
        <p:spPr>
          <a:xfrm>
            <a:off x="4646930" y="1534795"/>
            <a:ext cx="4039870" cy="640080"/>
          </a:xfrm>
        </p:spPr>
        <p:txBody>
          <a:bodyPr vert="horz" wrap="square" numCol="1" anchor="b">
            <a:prstTxWarp prst="textNoShape">
              <a:avLst/>
            </a:prstTxWarp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/>
            <a:r>
              <a:t>마스터 텍스트 스타일을 편집하려면 클릭하십시오</a:t>
            </a:r>
          </a:p>
        </p:txBody>
      </p:sp>
      <p:sp>
        <p:nvSpPr>
          <p:cNvPr id="6" name="슬라이드텍스트4"/>
          <p:cNvSpPr>
            <a:spLocks noGrp="1" noChangeArrowheads="1"/>
            <a:extLst>
              <a:ext uri="smNativeData">
                <pr:smNativeData xmlns:pr="smNativeData" val="SMDATA_16_bubc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PiPxGQ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hwAAGENAABwNQAAsCUAAAAAAAAmAAAACAAAAAGAAAAAAAAA"/>
              </a:ext>
            </a:extLst>
          </p:cNvSpPr>
          <p:nvPr>
            <p:ph sz="half" idx="4"/>
          </p:nvPr>
        </p:nvSpPr>
        <p:spPr>
          <a:xfrm>
            <a:off x="4646930" y="2174875"/>
            <a:ext cx="4039870" cy="395160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/>
            <a:r>
              <a:t>마스터 텍스트 스타일을 편집하려면 클릭하십시오</a:t>
            </a:r>
          </a:p>
          <a:p>
            <a:pPr lvl="1"/>
            <a:r>
              <a:t>둘째 수준</a:t>
            </a:r>
          </a:p>
          <a:p>
            <a:pPr lvl="2"/>
            <a:r>
              <a:t>셋째 수준</a:t>
            </a:r>
          </a:p>
          <a:p>
            <a:pPr lvl="3"/>
            <a:r>
              <a:t>넷째 수준</a:t>
            </a:r>
          </a:p>
          <a:p>
            <a:pPr lvl="4"/>
            <a:r>
              <a:t>다섯째 수준</a:t>
            </a:r>
          </a:p>
        </p:txBody>
      </p:sp>
      <p:sp>
        <p:nvSpPr>
          <p:cNvPr id="7" name="날짜시간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snAADwDwAAWSkAAA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8ECA86-C8D2-DB3C-9C36-3E6984786A6B}" type="datetime1">
              <a:t/>
            </a:fld>
          </a:p>
        </p:txBody>
      </p:sp>
      <p:sp>
        <p:nvSpPr>
          <p:cNvPr id="8" name="바닥글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IhgxGQ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snAAAIJQAAWSkAAA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9" name="슬라이드번호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snAABwNQAAWSkAAA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8EF32F-61D2-DB05-9C36-9750BD786AC2}" type="slidenum">
              <a:t/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EiUxGQ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ABAABwNQAAuAgAAA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마스터 제목 스타일을 편집하려면 클릭하십시오</a:t>
            </a:r>
          </a:p>
        </p:txBody>
      </p:sp>
      <p:sp>
        <p:nvSpPr>
          <p:cNvPr id="3" name="날짜시간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OQB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snAADwDwAAWSkAAA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8EA081-CFD2-DB56-9C36-3903EE786A6C}" type="datetime1">
              <a:t/>
            </a:fld>
          </a:p>
        </p:txBody>
      </p:sp>
      <p:sp>
        <p:nvSpPr>
          <p:cNvPr id="4" name="바닥글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snAAAIJQAAWSkAAA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5" name="슬라이드번호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GgAd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snAABwNQAAWSkAAA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8EE406-48D2-DB12-9C36-BE47AA786AEB}" type="slidenum">
              <a:t/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blank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시간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iyxGQ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snAADwDwAAWSkAAA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8EBA8E-C0D2-DB4C-9C36-3619F4786A63}" type="datetime1">
              <a:t/>
            </a:fld>
          </a:p>
        </p:txBody>
      </p:sp>
      <p:sp>
        <p:nvSpPr>
          <p:cNvPr id="3" name="바닥글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snAAAIJQAAWSkAAA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4" name="슬라이드번호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snAABwNQAAWSkAAA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8EE7BD-F3D2-DB11-9C36-0544A9786A50}" type="slidenum">
              <a:t/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objTx">
  <p:cSld name="캡션 있는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K4BAABSFQAA1AgAAAAAAAAmAAAACAAAAIGAAAAAAAAA"/>
              </a:ext>
            </a:extLst>
          </p:cNvSpPr>
          <p:nvPr>
            <p:ph type="title"/>
          </p:nvPr>
        </p:nvSpPr>
        <p:spPr>
          <a:xfrm>
            <a:off x="457200" y="273050"/>
            <a:ext cx="3008630" cy="1162050"/>
          </a:xfrm>
        </p:spPr>
        <p:txBody>
          <a:bodyPr vert="horz" wrap="square" numCol="1" anchor="b">
            <a:prstTxWarp prst="textNoShape">
              <a:avLst/>
            </a:prstTxWarp>
          </a:bodyPr>
          <a:lstStyle>
            <a:lvl1pPr algn="l">
              <a:defRPr sz="2000" b="1"/>
            </a:lvl1pPr>
          </a:lstStyle>
          <a:p>
            <a:pPr/>
            <a:r>
              <a:t>마스터 제목 스타일을 편집하려면 클릭하십시오</a:t>
            </a:r>
          </a:p>
        </p:txBody>
      </p:sp>
      <p:sp>
        <p:nvSpPr>
          <p:cNvPr id="3" name="슬라이드텍스트2"/>
          <p:cNvSpPr>
            <a:spLocks noGrp="1" noChangeArrowheads="1"/>
            <a:extLst>
              <a:ext uri="smNativeData">
                <pr:smNativeData xmlns:pr="smNativeData" val="SMDATA_16_bubc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/hUAAK4BAABwNQAAsCUAAAAAAAAmAAAACAAAAAGAAAAAAAAA"/>
              </a:ext>
            </a:extLst>
          </p:cNvSpPr>
          <p:nvPr>
            <p:ph idx="1"/>
          </p:nvPr>
        </p:nvSpPr>
        <p:spPr>
          <a:xfrm>
            <a:off x="3575050" y="273050"/>
            <a:ext cx="5111750" cy="585343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/>
            <a:r>
              <a:t>마스터 텍스트 스타일을 편집하려면 클릭하십시오</a:t>
            </a:r>
          </a:p>
          <a:p>
            <a:pPr lvl="1"/>
            <a:r>
              <a:t>둘째 수준</a:t>
            </a:r>
          </a:p>
          <a:p>
            <a:pPr lvl="2"/>
            <a:r>
              <a:t>셋째 수준</a:t>
            </a:r>
          </a:p>
          <a:p>
            <a:pPr lvl="3"/>
            <a:r>
              <a:t>넷째 수준</a:t>
            </a:r>
          </a:p>
          <a:p>
            <a:pPr lvl="4"/>
            <a:r>
              <a:t>다섯째 수준</a:t>
            </a:r>
          </a:p>
        </p:txBody>
      </p:sp>
      <p:sp>
        <p:nvSpPr>
          <p:cNvPr id="4" name="슬라이드텍스트1"/>
          <p:cNvSpPr>
            <a:spLocks noGrp="1" noChangeArrowheads="1"/>
            <a:extLst>
              <a:ext uri="smNativeData">
                <pr:smNativeData xmlns:pr="smNativeData" val="SMDATA_16_bubc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QIAABSFQAAsCUAAAAAAAAmAAAACAAAAAGAAAAAAAAA"/>
              </a:ext>
            </a:extLst>
          </p:cNvSpPr>
          <p:nvPr>
            <p:ph sz="half" idx="2"/>
          </p:nvPr>
        </p:nvSpPr>
        <p:spPr>
          <a:xfrm>
            <a:off x="457200" y="1435100"/>
            <a:ext cx="3008630" cy="46913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/>
            <a:r>
              <a:t>마스터 텍스트 스타일을 편집하려면 클릭하십시오</a:t>
            </a:r>
          </a:p>
        </p:txBody>
      </p:sp>
      <p:sp>
        <p:nvSpPr>
          <p:cNvPr id="5" name="날짜시간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snAADwDwAAWSkAAA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8E80D4-9AD2-DB76-9C36-6C23CE786A39}" type="datetime1">
              <a:t/>
            </a:fld>
          </a:p>
        </p:txBody>
      </p:sp>
      <p:sp>
        <p:nvSpPr>
          <p:cNvPr id="6" name="바닥글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snAAAIJQAAWSkAAA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7" name="슬라이드번호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snAABwNQAAWSkAAA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8E9F7F-31D2-DB69-9C36-C73CD1786A92}" type="slidenum">
              <a:t/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C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gsAAIgdAADGLAAABCEAAAAAAAAmAAAACAAAAIGAAAAAAAAA"/>
              </a:ext>
            </a:extLst>
          </p:cNvSpPr>
          <p:nvPr>
            <p:ph type="title"/>
          </p:nvPr>
        </p:nvSpPr>
        <p:spPr>
          <a:xfrm>
            <a:off x="1791970" y="4800600"/>
            <a:ext cx="5486400" cy="566420"/>
          </a:xfrm>
        </p:spPr>
        <p:txBody>
          <a:bodyPr vert="horz" wrap="square" numCol="1" anchor="b">
            <a:prstTxWarp prst="textNoShape">
              <a:avLst/>
            </a:prstTxWarp>
          </a:bodyPr>
          <a:lstStyle>
            <a:lvl1pPr algn="l">
              <a:defRPr sz="2000" b="1"/>
            </a:lvl1pPr>
          </a:lstStyle>
          <a:p>
            <a:pPr/>
            <a:r>
              <a:t>마스터 제목 스타일을 편집하려면 클릭하십시오</a:t>
            </a:r>
          </a:p>
        </p:txBody>
      </p:sp>
      <p:sp>
        <p:nvSpPr>
          <p:cNvPr id="3" name="슬라이드텍스트2"/>
          <p:cNvSpPr>
            <a:spLocks noGrp="1" noChangeArrowheads="1"/>
            <a:extLst>
              <a:ext uri="smNativeData">
                <pr:smNativeData xmlns:pr="smNativeData" val="SMDATA_16_bubc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gsAAMYDAADGLAAAFh0AAAAAAAAmAAAACAAAAAGAAAAAAAAA"/>
              </a:ext>
            </a:extLst>
          </p:cNvSpPr>
          <p:nvPr>
            <p:ph idx="1"/>
          </p:nvPr>
        </p:nvSpPr>
        <p:spPr>
          <a:xfrm>
            <a:off x="1791970" y="613410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r>
              <a:t>마스터 텍스트 스타일을 편집하려면 클릭하십시오</a:t>
            </a:r>
          </a:p>
        </p:txBody>
      </p:sp>
      <p:sp>
        <p:nvSpPr>
          <p:cNvPr id="4" name="슬라이드텍스트1"/>
          <p:cNvSpPr>
            <a:spLocks noGrp="1" noChangeArrowheads="1"/>
            <a:extLst>
              <a:ext uri="smNativeData">
                <pr:smNativeData xmlns:pr="smNativeData" val="SMDATA_16_bubc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BgsAAAQhAADGLAAA+CUAAAAAAAAmAAAACAAAAAGAAAAAAAAA"/>
              </a:ext>
            </a:extLst>
          </p:cNvSpPr>
          <p:nvPr>
            <p:ph sz="half" idx="2"/>
          </p:nvPr>
        </p:nvSpPr>
        <p:spPr>
          <a:xfrm>
            <a:off x="1791970" y="5367020"/>
            <a:ext cx="5486400" cy="8051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/>
            <a:r>
              <a:t>마스터 텍스트 스타일을 편집하려면 클릭하십시오</a:t>
            </a:r>
          </a:p>
        </p:txBody>
      </p:sp>
      <p:sp>
        <p:nvSpPr>
          <p:cNvPr id="5" name="날짜시간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snAADwDwAAWSkAAA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8EA284-CAD2-DB54-9C36-3C01EC786A69}" type="datetime1">
              <a:t/>
            </a:fld>
          </a:p>
        </p:txBody>
      </p:sp>
      <p:sp>
        <p:nvSpPr>
          <p:cNvPr id="6" name="바닥글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snAAAIJQAAWSkAAA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7" name="슬라이드번호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snAABwNQAAWSkAAA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8EC20D-43D2-DB34-9C36-B5618C786AE0}" type="slidenum">
              <a:t/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vertTx">
  <p:cSld name="제목과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ABAABwNQAAuAgAAA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마스터 제목 스타일을 편집하려면 클릭하십시오</a:t>
            </a:r>
          </a:p>
        </p:txBody>
      </p:sp>
      <p:sp>
        <p:nvSpPr>
          <p:cNvPr id="3" name="슬라이드텍스트1"/>
          <p:cNvSpPr>
            <a:spLocks noGrp="1" noChangeArrowheads="1"/>
            <a:extLst>
              <a:ext uri="smNativeData">
                <pr:smNativeData xmlns:pr="smNativeData" val="SMDATA_16_bubcaB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wNQAAsCUAAAAAAAAmAAAACAAAAAIAAAAAAAAA"/>
              </a:ext>
            </a:extLst>
          </p:cNvSpPr>
          <p:nvPr>
            <p:ph idx="1"/>
          </p:nvPr>
        </p:nvSpPr>
        <p:spPr/>
        <p:txBody>
          <a:bodyPr vert="vert" wrap="square" numCol="1" anchor="t">
            <a:prstTxWarp prst="textNoShape">
              <a:avLst/>
            </a:prstTxWarp>
          </a:bodyPr>
          <a:lstStyle/>
          <a:p>
            <a:pPr/>
            <a:r>
              <a:t>마스터 텍스트 스타일을 편집하려면 클릭하십시오</a:t>
            </a:r>
          </a:p>
          <a:p>
            <a:pPr lvl="1"/>
            <a:r>
              <a:t>둘째 수준</a:t>
            </a:r>
          </a:p>
          <a:p>
            <a:pPr lvl="2"/>
            <a:r>
              <a:t>셋째 수준</a:t>
            </a:r>
          </a:p>
          <a:p>
            <a:pPr lvl="3"/>
            <a:r>
              <a:t>넷째 수준</a:t>
            </a:r>
          </a:p>
          <a:p>
            <a:pPr lvl="4"/>
            <a:r>
              <a:t>다섯째 수준</a:t>
            </a:r>
          </a:p>
        </p:txBody>
      </p:sp>
      <p:sp>
        <p:nvSpPr>
          <p:cNvPr id="4" name="날짜시간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snAADwDwAAWSkAAA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8E9F06-48D2-DB69-9C36-BE3CD1786AEB}" type="datetime1">
              <a:t/>
            </a:fld>
          </a:p>
        </p:txBody>
      </p:sp>
      <p:sp>
        <p:nvSpPr>
          <p:cNvPr id="5" name="바닥글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snAAAIJQAAWSkAAA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6" name="슬라이드번호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snAABwNQAAWSkAAA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8EA3C1-8FD2-DB55-9C36-7900ED786A2C}" type="slidenum">
              <a:t/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 type="vertTitleAndTx">
  <p:cSld name="세로 제목과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C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Dj6y2Q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CgAALABAABwNQAAsCUAAAAAAAAmAAAACAAAAIMAAAAAAAAA"/>
              </a:ext>
            </a:extLst>
          </p:cNvSpPr>
          <p:nvPr>
            <p:ph type="title"/>
          </p:nvPr>
        </p:nvSpPr>
        <p:spPr>
          <a:xfrm>
            <a:off x="6629400" y="274320"/>
            <a:ext cx="2057400" cy="5852160"/>
          </a:xfrm>
        </p:spPr>
        <p:txBody>
          <a:bodyPr vert="vert" wrap="square" numCol="1" anchor="b">
            <a:prstTxWarp prst="textNoShape">
              <a:avLst/>
            </a:prstTxWarp>
          </a:bodyPr>
          <a:lstStyle/>
          <a:p>
            <a:pPr/>
            <a:r>
              <a:t>마스터 제목 스타일을 편집하려면 클릭하십시오</a:t>
            </a:r>
          </a:p>
        </p:txBody>
      </p:sp>
      <p:sp>
        <p:nvSpPr>
          <p:cNvPr id="3" name="슬라이드텍스트1"/>
          <p:cNvSpPr>
            <a:spLocks noGrp="1" noChangeArrowheads="1"/>
            <a:extLst>
              <a:ext uri="smNativeData">
                <pr:smNativeData xmlns:pr="smNativeData" val="SMDATA_16_bubcaBMAAAAlAAAAZAAAAA8BAAAAkAAAAEgAAACQAAAASAAAAAAAAAAAAAAAAQ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HgLzGQ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ABAADYJwAAsCUAAAAAAAAmAAAACAAAAAMAAAAAAAAA"/>
              </a:ext>
            </a:extLst>
          </p:cNvSpPr>
          <p:nvPr>
            <p:ph idx="1"/>
          </p:nvPr>
        </p:nvSpPr>
        <p:spPr>
          <a:xfrm>
            <a:off x="457200" y="274320"/>
            <a:ext cx="6019800" cy="5852160"/>
          </a:xfrm>
        </p:spPr>
        <p:txBody>
          <a:bodyPr vert="vert" wrap="square" numCol="1" anchor="t">
            <a:prstTxWarp prst="textNoShape">
              <a:avLst/>
            </a:prstTxWarp>
          </a:bodyPr>
          <a:lstStyle/>
          <a:p>
            <a:pPr/>
            <a:r>
              <a:t>마스터 텍스트 스타일을 편집하려면 클릭하십시오</a:t>
            </a:r>
          </a:p>
          <a:p>
            <a:pPr lvl="1"/>
            <a:r>
              <a:t>둘째 수준</a:t>
            </a:r>
          </a:p>
          <a:p>
            <a:pPr lvl="2"/>
            <a:r>
              <a:t>셋째 수준</a:t>
            </a:r>
          </a:p>
          <a:p>
            <a:pPr lvl="3"/>
            <a:r>
              <a:t>넷째 수준</a:t>
            </a:r>
          </a:p>
          <a:p>
            <a:pPr lvl="4"/>
            <a:r>
              <a:t>다섯째 수준</a:t>
            </a:r>
          </a:p>
        </p:txBody>
      </p:sp>
      <p:sp>
        <p:nvSpPr>
          <p:cNvPr id="4" name="날짜시간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snAADwDwAAWSkAAA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3F8E810C-42D2-DB77-9C36-B422CF786AE1}" type="datetime1">
              <a:t/>
            </a:fld>
          </a:p>
        </p:txBody>
      </p:sp>
      <p:sp>
        <p:nvSpPr>
          <p:cNvPr id="5" name="바닥글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IhDzGQ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snAAAIJQAAWSkAAA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6" name="슬라이드번호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snAABwNQAAWSkAAA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3F8E9C3E-70D2-DB6A-9C36-863FD2786AD3}" type="slidenum">
              <a:t/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 name="기본 디자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LABAABwNQAAuAgAAAAAAAAmAAAACAAAAP//////////"/>
              </a:ext>
            </a:extLst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anchor="ctr">
            <a:prstTxWarp prst="textNoShape">
              <a:avLst/>
            </a:prstTxWarp>
          </a:bodyPr>
          <a:lstStyle/>
          <a:p>
            <a:pPr/>
            <a:r>
              <a:t>마스터 제목 스타일을 편집하려면 클릭하십시오</a:t>
            </a:r>
          </a:p>
        </p:txBody>
      </p:sp>
      <p:sp>
        <p:nvSpPr>
          <p:cNvPr id="3" name="슬라이드텍스트1"/>
          <p:cNvSpPr>
            <a:spLocks noGrp="1" noChangeArrowheads="1"/>
            <a:extLst>
              <a:ext uri="smNativeData">
                <pr:smNativeData xmlns:pr="smNativeData" val="SMDATA_16_bubc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NgJAABwNQAAsCUAAAAAAAAmAAAACAAAAP//////////"/>
              </a:ext>
            </a:extLst>
          </p:cNvSpPr>
          <p:nvPr>
            <p:ph type="body" idx="1"/>
          </p:nvPr>
        </p:nvSpPr>
        <p:spPr>
          <a:xfrm>
            <a:off x="457200" y="1600200"/>
            <a:ext cx="8229600" cy="4526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/>
            <a:r>
              <a:t>마스터 텍스트 스타일을 편집하려면 클릭하십시오</a:t>
            </a:r>
          </a:p>
          <a:p>
            <a:pPr lvl="1"/>
            <a:r>
              <a:t>둘째 수준</a:t>
            </a:r>
          </a:p>
          <a:p>
            <a:pPr lvl="2"/>
            <a:r>
              <a:t>셋째 수준</a:t>
            </a:r>
          </a:p>
          <a:p>
            <a:pPr lvl="3"/>
            <a:r>
              <a:t>넷째 수준</a:t>
            </a:r>
          </a:p>
          <a:p>
            <a:pPr lvl="4"/>
            <a:r>
              <a:t>다섯째 수준</a:t>
            </a:r>
          </a:p>
        </p:txBody>
      </p:sp>
      <p:sp>
        <p:nvSpPr>
          <p:cNvPr id="4" name="날짜시간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0AIAABsnAADwDwAAWSkAAAAAAAAmAAAACAAAAP//////////"/>
              </a:ext>
            </a:extLst>
          </p:cNvSpPr>
          <p:nvPr>
            <p:ph type="dt" sz="quarter" idx="2"/>
          </p:nvPr>
        </p:nvSpPr>
        <p:spPr>
          <a:xfrm>
            <a:off x="457200" y="6356985"/>
            <a:ext cx="21336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anchor="ctr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/>
            <a:fld id="{3F8ECCF1-BFD2-DB3A-9C36-496F82786A1C}" type="datetime1">
              <a:t/>
            </a:fld>
          </a:p>
        </p:txBody>
      </p:sp>
      <p:sp>
        <p:nvSpPr>
          <p:cNvPr id="5" name="바닥글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BMAABsnAAAIJQAAWSkAAAAAAAAmAAAACAAAAP//////////"/>
              </a:ext>
            </a:extLst>
          </p:cNvSpPr>
          <p:nvPr>
            <p:ph type="ftr" sz="quarter" idx="3"/>
          </p:nvPr>
        </p:nvSpPr>
        <p:spPr>
          <a:xfrm>
            <a:off x="3124200" y="6356985"/>
            <a:ext cx="28956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anchor="ctr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/>
            <a:r>
              <a:t/>
            </a:r>
          </a:p>
        </p:txBody>
      </p:sp>
      <p:sp>
        <p:nvSpPr>
          <p:cNvPr id="6" name="슬라이드번호영역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CgAABsnAABwNQAAWSkAAAAAAAAmAAAACAAAAP//////////"/>
              </a:ext>
            </a:extLst>
          </p:cNvSpPr>
          <p:nvPr>
            <p:ph type="sldNum" sz="quarter" idx="4"/>
          </p:nvPr>
        </p:nvSpPr>
        <p:spPr>
          <a:xfrm>
            <a:off x="6553200" y="6356985"/>
            <a:ext cx="21336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anchor="ctr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/>
            <a:fld id="{3F8EF0E5-ABD2-DB06-9C36-5D53BE786A08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marR="0" indent="0" algn="ctr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spc="0" baseline="0">
          <a:solidFill>
            <a:schemeClr val="tx2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</p:titleStyle>
    <p:bodyStyle>
      <a:lvl1pPr marL="342900" marR="0" indent="-3429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742950" marR="0" indent="-28575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11430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6002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20574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5146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9718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4290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8862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bodyStyle>
    <p:otherStyle>
      <a:lvl1pPr marL="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457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371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2860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743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200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657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JV/bv8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OAQAACsIAAAINAAANxEAABAAAAAmAAAACAAAAH3w////////"/>
              </a:ext>
            </a:extLst>
          </p:cNvSpPr>
          <p:nvPr>
            <p:ph type="ctrTitle"/>
          </p:nvPr>
        </p:nvSpPr>
        <p:spPr>
          <a:xfrm>
            <a:off x="685800" y="1327785"/>
            <a:ext cx="7772400" cy="1470660"/>
          </a:xfrm>
          <a:noFill/>
          <a:ln>
            <a:noFill/>
          </a:ln>
          <a:effectLst/>
        </p:spPr>
        <p:txBody>
          <a:bodyPr vert="horz" wrap="square" numCol="1" anchor="ctr">
            <a:prstTxWarp prst="textNoShape">
              <a:avLst/>
            </a:prstTxWarp>
          </a:bodyPr>
          <a:lstStyle/>
          <a:p>
            <a:pPr marL="0" marR="0" indent="0" algn="ctr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800" b="0" i="0" u="none" strike="noStrike" kern="1" spc="0" baseline="0">
                <a:solidFill>
                  <a:schemeClr val="tx2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2D게임프로젝트</a:t>
            </a:r>
          </a:p>
        </p:txBody>
      </p:sp>
      <p:sp>
        <p:nvSpPr>
          <p:cNvPr id="3" name="슬라이드부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cAgAADcRAADQLwAA/xsAABAAAAAmAAAACAAAAH3w////////"/>
              </a:ext>
            </a:extLst>
          </p:cNvSpPr>
          <p:nvPr>
            <p:ph type="subTitle" idx="1"/>
          </p:nvPr>
        </p:nvSpPr>
        <p:spPr>
          <a:xfrm>
            <a:off x="1371600" y="2798445"/>
            <a:ext cx="6400800" cy="1752600"/>
          </a:xfrm>
          <a:noFill/>
          <a:ln>
            <a:noFill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ctr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2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2022184029 </a:t>
            </a:r>
          </a:p>
          <a:p>
            <a:pPr marL="0" marR="0" indent="0" algn="ctr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이진혁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JV/bv8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NgIAAG4CAADdEwAAEAcAABAAAAAmAAAACAAAAH3w////////"/>
              </a:ext>
            </a:extLst>
          </p:cNvSpPr>
          <p:nvPr>
            <p:ph type="ctrTitle"/>
          </p:nvPr>
        </p:nvSpPr>
        <p:spPr>
          <a:xfrm>
            <a:off x="359410" y="394970"/>
            <a:ext cx="2869565" cy="753110"/>
          </a:xfrm>
          <a:noFill/>
          <a:ln>
            <a:noFill/>
          </a:ln>
          <a:effectLst/>
        </p:spPr>
        <p:txBody>
          <a:bodyPr vert="horz" wrap="square" numCol="1" anchor="ctr">
            <a:prstTxWarp prst="textNoShape">
              <a:avLst/>
            </a:prstTxWarp>
          </a:bodyPr>
          <a:lstStyle/>
          <a:p>
            <a:pPr marL="0" marR="0" indent="0" algn="ctr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800" b="0" i="0" u="none" strike="noStrike" kern="1" spc="0" baseline="0">
                <a:solidFill>
                  <a:schemeClr val="tx2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게임 컨셉</a:t>
            </a:r>
          </a:p>
        </p:txBody>
      </p:sp>
      <p:sp>
        <p:nvSpPr>
          <p:cNvPr id="3" name="슬라이드부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NgIAALYJAABLNgAASScAAAAAAAAmAAAACAAAAH3w////////"/>
              </a:ext>
            </a:extLst>
          </p:cNvSpPr>
          <p:nvPr>
            <p:ph type="subTitle" idx="1"/>
          </p:nvPr>
        </p:nvSpPr>
        <p:spPr>
          <a:xfrm>
            <a:off x="359410" y="1578610"/>
            <a:ext cx="8466455" cy="4807585"/>
          </a:xfrm>
          <a:noFill/>
          <a:ln>
            <a:noFill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"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스트리트 파이터 모작</a:t>
            </a:r>
          </a:p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"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</a:p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"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게임컨셉 : 투 게임으로, 다양한 캐릭터와 고유한 기술을 이용해 상대를 처치하는 게임</a:t>
            </a:r>
          </a:p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"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</a:p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"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재미요소: 빠른 전투, 콤보 기술, 캐릭터 간의 차별화된 능력, 플레이어는 각기 다른 기술과 전략을 활용하여 다른 플레이어와 대결할수있는게 큰 재미요소이다.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JV/bv8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NwIAAG4CAABBOAAAEAcAAAAAAAAmAAAACAAAAH3w////////"/>
              </a:ext>
            </a:extLst>
          </p:cNvSpPr>
          <p:nvPr>
            <p:ph type="ctrTitle"/>
          </p:nvPr>
        </p:nvSpPr>
        <p:spPr>
          <a:xfrm>
            <a:off x="360045" y="394970"/>
            <a:ext cx="8784590" cy="753110"/>
          </a:xfrm>
          <a:noFill/>
          <a:ln>
            <a:noFill/>
          </a:ln>
          <a:effectLst/>
        </p:spPr>
        <p:txBody>
          <a:bodyPr vert="horz" wrap="square" numCol="1" anchor="ctr">
            <a:prstTxWarp prst="textNoShape">
              <a:avLst/>
            </a:prstTxWarp>
          </a:bodyPr>
          <a:lstStyle/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800" b="0" i="0" u="none" strike="noStrike" kern="1" spc="0" baseline="0">
                <a:solidFill>
                  <a:schemeClr val="tx2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게임 진행 흐름 - </a:t>
            </a:r>
            <a:r>
              <a:rPr sz="2400"/>
              <a:t>시작화면 &amp; 캐릭터선택</a:t>
            </a:r>
          </a:p>
        </p:txBody>
      </p:sp>
      <p:sp>
        <p:nvSpPr>
          <p:cNvPr id="3" name="슬라이드부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NgIAALYJAAD4NAAASScAAAAAAAAmAAAACAAAAH3w////////"/>
              </a:ext>
            </a:extLst>
          </p:cNvSpPr>
          <p:nvPr>
            <p:ph type="subTitle" idx="1"/>
          </p:nvPr>
        </p:nvSpPr>
        <p:spPr>
          <a:xfrm>
            <a:off x="359410" y="1578610"/>
            <a:ext cx="8251190" cy="4807585"/>
          </a:xfrm>
          <a:noFill/>
          <a:ln>
            <a:noFill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시작화면 - 아무버튼 누를시 다음화면으로 이동</a:t>
            </a:r>
          </a:p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캐릭터선택 - 먼저 1번째 플레이어가 캐릭터 선택후 2번째 플레이어 캐릭터 선택시 음성효과 및 캐릭터 화면에 표시</a:t>
            </a:r>
          </a:p>
        </p:txBody>
      </p:sp>
      <p:pic>
        <p:nvPicPr>
          <p:cNvPr id="4" name="그림1"/>
          <p:cNvPicPr>
            <a:picLocks noChangeAspect="1"/>
            <a:extLst>
              <a:ext uri="smNativeData">
                <pr:smNativeData xmlns:pr="smNativeData" val="SMDATA_18_bubcaB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CJnQEADAAAABAAAAAAAAAAAAAAAAA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P8DAACKEgAAfBoAABgj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649605" y="3013710"/>
            <a:ext cx="3655695" cy="269113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그림2"/>
          <p:cNvPicPr>
            <a:picLocks noChangeAspect="1"/>
            <a:extLst>
              <a:ext uri="smNativeData">
                <pr:smNativeData xmlns:pr="smNativeData" val="SMDATA_18_bubcaB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DAAAABAAAAAAAAAAAAAAALZ7ACR6C9c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AsaAACKEgAABzAAABgj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4233545" y="3013710"/>
            <a:ext cx="3573780" cy="269113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부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NgIAAGMIAAD4NAAA9iUAAAAAAAAmAAAACAAAAH3w////////"/>
              </a:ext>
            </a:extLst>
          </p:cNvSpPr>
          <p:nvPr>
            <p:ph type="subTitle" idx="1"/>
          </p:nvPr>
        </p:nvSpPr>
        <p:spPr>
          <a:xfrm>
            <a:off x="359410" y="1363345"/>
            <a:ext cx="8251190" cy="4807585"/>
          </a:xfrm>
          <a:noFill/>
          <a:ln>
            <a:noFill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"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기본공격 특수공격(콤보 공격) </a:t>
            </a:r>
          </a:p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"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체력바, 시간제한(시간 다되면 피많은 쪽 승리)</a:t>
            </a:r>
          </a:p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"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3판 2선승제</a:t>
            </a:r>
          </a:p>
        </p:txBody>
      </p:sp>
      <p:sp>
        <p:nvSpPr>
          <p:cNvPr id="3" name="슬라이드 제목2"/>
          <p:cNvSpPr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OEB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NgIAAGkCAABAOAAACwcAABAAAAAmAAAACAAAAP//////////"/>
              </a:ext>
            </a:extLst>
          </p:cNvSpPr>
          <p:nvPr/>
        </p:nvSpPr>
        <p:spPr>
          <a:xfrm>
            <a:off x="359410" y="391795"/>
            <a:ext cx="8784590" cy="7531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anchor="ctr"/>
          <a:lstStyle/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800" b="0" i="0" u="none" strike="noStrike" kern="1" spc="0" baseline="0">
                <a:solidFill>
                  <a:schemeClr val="tx2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게임 진행 흐름 - </a:t>
            </a:r>
            <a:r>
              <a:rPr sz="2400"/>
              <a:t>게임시작</a:t>
            </a:r>
            <a:endParaRPr sz="2400"/>
          </a:p>
        </p:txBody>
      </p:sp>
      <p:pic>
        <p:nvPicPr>
          <p:cNvPr id="4" name="그림1"/>
          <p:cNvPicPr>
            <a:picLocks noChangeAspect="1"/>
            <a:extLst>
              <a:ext uri="smNativeData">
                <pr:smNativeData xmlns:pr="smNativeData" val="SMDATA_18_bubcaBMAAAAlAAAAEQAAAC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DGNwAADAAAABAAAAAAAAAAAAAAAAA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Lvg4wX///8BAAAAAAAAAAAAAAAAAAAAAAAAAAAAAAAAAAAAAAAAAAAAAAACf39/AICAgAPMzMwAwMD/AH9/fwAAAAAAAAAAAAAAAAD///8AAAAAACEAAAAYAAAAFAAAAM4CAAAxDwAA9iUAAKMk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455930" y="2469515"/>
            <a:ext cx="5715000" cy="34861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p14="http://schemas.microsoft.com/office/powerpoint/2010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부제목1"/>
          <p:cNvSpPr>
            <a:spLocks noGrp="1" noChangeArrowheads="1"/>
            <a:extLst>
              <a:ext uri="smNativeData">
                <pr:smNativeData xmlns:pr="smNativeData" val="SMDATA_16_bubcaBMAAAAlAAAAZAAAAA8BAAAAkAAAAEgAAACQAAAASAAAAAAAAAAA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NgIAAGMIAAD4NAAA9iUAAAAAAAAmAAAACAAAAH3w////////"/>
              </a:ext>
            </a:extLst>
          </p:cNvSpPr>
          <p:nvPr>
            <p:ph type="subTitle" idx="1"/>
          </p:nvPr>
        </p:nvSpPr>
        <p:spPr>
          <a:xfrm>
            <a:off x="359410" y="1363345"/>
            <a:ext cx="8251190" cy="4807585"/>
          </a:xfrm>
          <a:noFill/>
          <a:ln>
            <a:noFill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"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1주차 : 초기 시작화면 &amp; 캐릭터 선택 화면 </a:t>
            </a:r>
          </a:p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"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2주차: 캐릭터 움직임 (이동구현 ), 캐릭터 기본공격 </a:t>
            </a:r>
          </a:p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"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3주차: 캐릭터 특수공격 구현</a:t>
            </a:r>
          </a:p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"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4주차: 캐릭터 특수공격 구현2</a:t>
            </a:r>
          </a:p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"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5주차: 화면배경, 시간, 체력바</a:t>
            </a:r>
          </a:p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"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6주차: 게임오버 리플레이, 사운드 구현</a:t>
            </a:r>
          </a:p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"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7주차: 캐릭터 여러가지 추가 </a:t>
            </a:r>
          </a:p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"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8주차: 캐릭터 여러가지 추가2</a:t>
            </a:r>
          </a:p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"/>
              <a:tabLst/>
              <a:defRPr sz="24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9주차: 마무리 &amp; 테스트 </a:t>
            </a:r>
          </a:p>
        </p:txBody>
      </p:sp>
      <p:sp>
        <p:nvSpPr>
          <p:cNvPr id="3" name="슬라이드 제목2"/>
          <p:cNvSpPr>
            <a:extLst>
              <a:ext uri="smNativeData">
                <pr:smNativeData xmlns:pr="smNativeData" val="SMDATA_16_bubcaBMAAAAlAAAAZAAAAA8BAAAAkAAAAEgAAACQAAAASAAAAAAAAAABAAAAAAAAAAEAAABQAAAAAAAAAAAA4D8AAAAAAADgPwAAAAAAAOA/AAAAAAAA4D8AAAAAAADgPwAAAAAAAOA/AAAAAAAA4D8AAAAAAADgPwAAAAAAAOA/AAAAAAAA4D8CAAAAjAAAAAAAAAAAAAAAu+Dj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BcAAAAUAAAAAAAAAAAAAAD/fwAA/38AAAAAAAAJAAAABAAAAOEBAAAMAAAAEAAAAAAAAAAAAAAAA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u+DjBf///wEAAAAAAAAAAAAAAAAAAAAAAAAAAAAAAAAAAAAAAAAAAAAAAAJ/f38AgICAA8zMzADAwP8Af39/AAAAAAAAAAAAAAAAAAAAAAAAAAAAIQAAABgAAAAUAAAANgIAAGkCAABAOAAACwcAAAAAAAAmAAAACAAAAP//////////"/>
              </a:ext>
            </a:extLst>
          </p:cNvSpPr>
          <p:nvPr/>
        </p:nvSpPr>
        <p:spPr>
          <a:xfrm>
            <a:off x="359410" y="391795"/>
            <a:ext cx="8784590" cy="7531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anchor="ctr"/>
          <a:lstStyle/>
          <a:p>
            <a:pPr marL="0" marR="0" indent="0" algn="l" defTabSz="4495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800" b="0" i="0" u="none" strike="noStrike" kern="1" spc="0" baseline="0">
                <a:solidFill>
                  <a:schemeClr val="tx2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pPr>
            <a:r>
              <a:t>개발 일정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009999"/>
      </a:hlink>
      <a:folHlink>
        <a:srgbClr val="99CC00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DF7986"/>
        </a:accent3>
        <a:accent4>
          <a:srgbClr val="BF59A6"/>
        </a:accent4>
        <a:accent5>
          <a:srgbClr val="9F39C6"/>
        </a:accent5>
        <a:accent6>
          <a:srgbClr val="7F19E6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ACACDF"/>
        </a:accent3>
        <a:accent4>
          <a:srgbClr val="9C9CBF"/>
        </a:accent4>
        <a:accent5>
          <a:srgbClr val="7C7C9F"/>
        </a:accent5>
        <a:accent6>
          <a:srgbClr val="5C5C7F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6DA6DF"/>
        </a:accent3>
        <a:accent4>
          <a:srgbClr val="4D86BF"/>
        </a:accent4>
        <a:accent5>
          <a:srgbClr val="2D669F"/>
        </a:accent5>
        <a:accent6>
          <a:srgbClr val="0D467F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53ACAC"/>
        </a:accent3>
        <a:accent4>
          <a:srgbClr val="738C8C"/>
        </a:accent4>
        <a:accent5>
          <a:srgbClr val="936C6C"/>
        </a:accent5>
        <a:accent6>
          <a:srgbClr val="B34C4C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6D8FA7"/>
        </a:accent3>
        <a:accent4>
          <a:srgbClr val="8DAF87"/>
        </a:accent4>
        <a:accent5>
          <a:srgbClr val="ADCF67"/>
        </a:accent5>
        <a:accent6>
          <a:srgbClr val="CDEF47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9E9980"/>
        </a:accent3>
        <a:accent4>
          <a:srgbClr val="7EB9A0"/>
        </a:accent4>
        <a:accent5>
          <a:srgbClr val="5EC9C0"/>
        </a:accent5>
        <a:accent6>
          <a:srgbClr val="3EE9E0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209020"/>
        </a:accent3>
        <a:accent4>
          <a:srgbClr val="407040"/>
        </a:accent4>
        <a:accent5>
          <a:srgbClr val="605060"/>
        </a:accent5>
        <a:accent6>
          <a:srgbClr val="80308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666A6B"/>
        </a:accent3>
        <a:accent4>
          <a:srgbClr val="864A8B"/>
        </a:accent4>
        <a:accent5>
          <a:srgbClr val="A62AAB"/>
        </a:accent5>
        <a:accent6>
          <a:srgbClr val="C60ACB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A07E88"/>
        </a:accent3>
        <a:accent4>
          <a:srgbClr val="C05E68"/>
        </a:accent4>
        <a:accent5>
          <a:srgbClr val="E03E48"/>
        </a:accent5>
        <a:accent6>
          <a:srgbClr val="FF1E28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8686DF"/>
        </a:accent3>
        <a:accent4>
          <a:srgbClr val="A6A6BF"/>
        </a:accent4>
        <a:accent5>
          <a:srgbClr val="C6C69F"/>
        </a:accent5>
        <a:accent6>
          <a:srgbClr val="E6E67F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8F7F4F"/>
        </a:accent3>
        <a:accent4>
          <a:srgbClr val="6F9F6F"/>
        </a:accent4>
        <a:accent5>
          <a:srgbClr val="4FBF8F"/>
        </a:accent5>
        <a:accent6>
          <a:srgbClr val="2FDFAF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0</cp:revision>
  <dcterms:created xsi:type="dcterms:W3CDTF">2025-10-01T06:48:49Z</dcterms:created>
  <dcterms:modified xsi:type="dcterms:W3CDTF">2025-10-01T08:29:34Z</dcterms:modified>
</cp:coreProperties>
</file>